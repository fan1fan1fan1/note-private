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" y="1"/>
            <a:ext cx="4" cy="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ppt文字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